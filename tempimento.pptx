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22/12/2023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22/12/2023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22/12/2023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22/12/2023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22/12/2023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22/12/2023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22/12/2023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22/12/2023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22/12/2023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22/12/2023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22/12/2023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22/12/2023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22/12/2023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17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/12/2023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1515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73</cp:revision>
  <cp:lastPrinted>2023-12-22T10:52:06Z</cp:lastPrinted>
  <dcterms:created xsi:type="dcterms:W3CDTF">2022-08-16T16:39:59Z</dcterms:created>
  <dcterms:modified xsi:type="dcterms:W3CDTF">2023-12-22T13:16:21Z</dcterms:modified>
</cp:coreProperties>
</file>