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9" y="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00" tIns="45701" rIns="91400" bIns="45701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4" y="4926015"/>
            <a:ext cx="5684521" cy="4029075"/>
          </a:xfrm>
          <a:prstGeom prst="rect">
            <a:avLst/>
          </a:prstGeom>
        </p:spPr>
        <p:txBody>
          <a:bodyPr vert="horz" lIns="91400" tIns="45701" rIns="91400" bIns="45701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9" y="9721851"/>
            <a:ext cx="3078851" cy="512763"/>
          </a:xfrm>
          <a:prstGeom prst="rect">
            <a:avLst/>
          </a:prstGeom>
        </p:spPr>
        <p:txBody>
          <a:bodyPr vert="horz" lIns="91400" tIns="45701" rIns="91400" bIns="45701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13/03/2023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12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/03/2023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40</cp:revision>
  <cp:lastPrinted>2023-03-06T14:51:23Z</cp:lastPrinted>
  <dcterms:created xsi:type="dcterms:W3CDTF">2022-08-16T16:39:59Z</dcterms:created>
  <dcterms:modified xsi:type="dcterms:W3CDTF">2023-03-13T11:27:14Z</dcterms:modified>
</cp:coreProperties>
</file>