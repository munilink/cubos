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6889750" cy="96710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6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902247" y="1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/>
          <a:lstStyle>
            <a:lvl1pPr algn="r">
              <a:defRPr sz="1100"/>
            </a:lvl1pPr>
          </a:lstStyle>
          <a:p>
            <a:fld id="{A584E3A2-E8EA-4705-A613-CFE9F6F5D3B4}" type="datetimeFigureOut">
              <a:rPr lang="pt-BR" smtClean="0"/>
              <a:t>30/08/2024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544513" y="1209675"/>
            <a:ext cx="5800725" cy="32623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87296" tIns="43649" rIns="87296" bIns="43649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8363" y="4654768"/>
            <a:ext cx="5513032" cy="3807217"/>
          </a:xfrm>
          <a:prstGeom prst="rect">
            <a:avLst/>
          </a:prstGeom>
        </p:spPr>
        <p:txBody>
          <a:bodyPr vert="horz" lIns="87296" tIns="43649" rIns="87296" bIns="43649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6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l">
              <a:defRPr sz="11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902247" y="9186525"/>
            <a:ext cx="2985970" cy="484528"/>
          </a:xfrm>
          <a:prstGeom prst="rect">
            <a:avLst/>
          </a:prstGeom>
        </p:spPr>
        <p:txBody>
          <a:bodyPr vert="horz" lIns="87296" tIns="43649" rIns="87296" bIns="43649" rtlCol="0" anchor="b"/>
          <a:lstStyle>
            <a:lvl1pPr algn="r">
              <a:defRPr sz="11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30/08/2024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30/08/2024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30/08/2024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30/08/2024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30/08/2024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30/08/2024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30/08/2024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30/08/2024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30/08/2024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30/08/2024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30/08/2024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30/08/2024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25</a:t>
            </a:r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/08/2024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2793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99</cp:revision>
  <cp:lastPrinted>2024-08-30T20:17:55Z</cp:lastPrinted>
  <dcterms:created xsi:type="dcterms:W3CDTF">2022-08-16T16:39:59Z</dcterms:created>
  <dcterms:modified xsi:type="dcterms:W3CDTF">2024-08-30T20:18:34Z</dcterms:modified>
</cp:coreProperties>
</file>