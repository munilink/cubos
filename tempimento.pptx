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6" y="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9" tIns="45715" rIns="91429" bIns="45715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3" y="4926015"/>
            <a:ext cx="5684521" cy="4029075"/>
          </a:xfrm>
          <a:prstGeom prst="rect">
            <a:avLst/>
          </a:prstGeom>
        </p:spPr>
        <p:txBody>
          <a:bodyPr vert="horz" lIns="91429" tIns="45715" rIns="91429" bIns="45715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2" y="972185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6" y="972185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31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/10/2022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 w="31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19</cp:revision>
  <cp:lastPrinted>2022-10-24T14:28:11Z</cp:lastPrinted>
  <dcterms:created xsi:type="dcterms:W3CDTF">2022-08-16T16:39:59Z</dcterms:created>
  <dcterms:modified xsi:type="dcterms:W3CDTF">2022-10-24T14:30:07Z</dcterms:modified>
</cp:coreProperties>
</file>