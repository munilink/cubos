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6" r:id="rId2"/>
  </p:sldIdLst>
  <p:sldSz cx="12192000" cy="6858000"/>
  <p:notesSz cx="7104063" cy="10234613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3" d="100"/>
          <a:sy n="73" d="100"/>
        </p:scale>
        <p:origin x="618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3078851" cy="512763"/>
          </a:xfrm>
          <a:prstGeom prst="rect">
            <a:avLst/>
          </a:prstGeom>
        </p:spPr>
        <p:txBody>
          <a:bodyPr vert="horz" lIns="91429" tIns="45715" rIns="91429" bIns="45715" rtlCol="0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023626" y="1"/>
            <a:ext cx="3078851" cy="512763"/>
          </a:xfrm>
          <a:prstGeom prst="rect">
            <a:avLst/>
          </a:prstGeom>
        </p:spPr>
        <p:txBody>
          <a:bodyPr vert="horz" lIns="91429" tIns="45715" rIns="91429" bIns="45715" rtlCol="0"/>
          <a:lstStyle>
            <a:lvl1pPr algn="r">
              <a:defRPr sz="1200"/>
            </a:lvl1pPr>
          </a:lstStyle>
          <a:p>
            <a:fld id="{A584E3A2-E8EA-4705-A613-CFE9F6F5D3B4}" type="datetimeFigureOut">
              <a:rPr lang="pt-BR" smtClean="0"/>
              <a:t>31/10/2022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3886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29" tIns="45715" rIns="91429" bIns="45715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09773" y="4926015"/>
            <a:ext cx="5684521" cy="4029075"/>
          </a:xfrm>
          <a:prstGeom prst="rect">
            <a:avLst/>
          </a:prstGeom>
        </p:spPr>
        <p:txBody>
          <a:bodyPr vert="horz" lIns="91429" tIns="45715" rIns="91429" bIns="45715" rtlCol="0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2" y="9721851"/>
            <a:ext cx="3078851" cy="512763"/>
          </a:xfrm>
          <a:prstGeom prst="rect">
            <a:avLst/>
          </a:prstGeom>
        </p:spPr>
        <p:txBody>
          <a:bodyPr vert="horz" lIns="91429" tIns="45715" rIns="91429" bIns="45715" rtlCol="0" anchor="b"/>
          <a:lstStyle>
            <a:lvl1pPr algn="l">
              <a:defRPr sz="1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023626" y="9721851"/>
            <a:ext cx="3078851" cy="512763"/>
          </a:xfrm>
          <a:prstGeom prst="rect">
            <a:avLst/>
          </a:prstGeom>
        </p:spPr>
        <p:txBody>
          <a:bodyPr vert="horz" lIns="91429" tIns="45715" rIns="91429" bIns="45715" rtlCol="0" anchor="b"/>
          <a:lstStyle>
            <a:lvl1pPr algn="r">
              <a:defRPr sz="1200"/>
            </a:lvl1pPr>
          </a:lstStyle>
          <a:p>
            <a:fld id="{0BA2C8A0-7202-4908-A78F-142DD18DC1F9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88149402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BA2C8A0-7202-4908-A78F-142DD18DC1F9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31548641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 smtClean="0"/>
              <a:t>Clique para editar o estilo do subtítulo mestre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31/10/2022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298605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31/10/2022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615271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31/10/2022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9843972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31/10/2022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4771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31/10/2022</a:t>
            </a:fld>
            <a:endParaRPr lang="pt-BR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5659621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31/10/2022</a:t>
            </a:fld>
            <a:endParaRPr lang="pt-BR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95642023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31/10/2022</a:t>
            </a:fld>
            <a:endParaRPr lang="pt-BR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1655817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31/10/2022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3163728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 smtClean="0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31/10/2022</a:t>
            </a:fld>
            <a:endParaRPr lang="pt-BR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3711355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31/10/2022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7965720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231B9D-E9F6-4612-9B82-E89961B389AC}" type="datetimeFigureOut">
              <a:rPr lang="pt-BR" smtClean="0"/>
              <a:t>31/10/2022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640524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 smtClean="0"/>
              <a:t>Clique para editar o título mestre</a:t>
            </a:r>
            <a:endParaRPr lang="pt-BR"/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 smtClean="0"/>
              <a:t>Clique para editar o texto mestre</a:t>
            </a:r>
          </a:p>
          <a:p>
            <a:pPr lvl="1"/>
            <a:r>
              <a:rPr lang="pt-BR" smtClean="0"/>
              <a:t>Segundo nível</a:t>
            </a:r>
          </a:p>
          <a:p>
            <a:pPr lvl="2"/>
            <a:r>
              <a:rPr lang="pt-BR" smtClean="0"/>
              <a:t>Terceiro nível</a:t>
            </a:r>
          </a:p>
          <a:p>
            <a:pPr lvl="3"/>
            <a:r>
              <a:rPr lang="pt-BR" smtClean="0"/>
              <a:t>Quarto nível</a:t>
            </a:r>
          </a:p>
          <a:p>
            <a:pPr lvl="4"/>
            <a:r>
              <a:rPr lang="pt-BR" smtClean="0"/>
              <a:t>Quinto nível</a:t>
            </a:r>
            <a:endParaRPr lang="pt-BR"/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2231B9D-E9F6-4612-9B82-E89961B389AC}" type="datetimeFigureOut">
              <a:rPr lang="pt-BR" smtClean="0"/>
              <a:t>31/10/2022</a:t>
            </a:fld>
            <a:endParaRPr lang="pt-BR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00851D4-3FE2-4395-B880-51887F311303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2494479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Conector de seta reta 4"/>
          <p:cNvCxnSpPr/>
          <p:nvPr/>
        </p:nvCxnSpPr>
        <p:spPr>
          <a:xfrm>
            <a:off x="131935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Conector de seta reta 6"/>
          <p:cNvCxnSpPr/>
          <p:nvPr/>
        </p:nvCxnSpPr>
        <p:spPr>
          <a:xfrm>
            <a:off x="285668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Conector de seta reta 7"/>
          <p:cNvCxnSpPr/>
          <p:nvPr/>
        </p:nvCxnSpPr>
        <p:spPr>
          <a:xfrm>
            <a:off x="5931358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Conector de seta reta 8"/>
          <p:cNvCxnSpPr/>
          <p:nvPr/>
        </p:nvCxnSpPr>
        <p:spPr>
          <a:xfrm>
            <a:off x="10543366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ector de seta reta 9"/>
          <p:cNvCxnSpPr/>
          <p:nvPr/>
        </p:nvCxnSpPr>
        <p:spPr>
          <a:xfrm>
            <a:off x="9006030" y="130629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" name="Conector de seta reta 10"/>
          <p:cNvCxnSpPr/>
          <p:nvPr/>
        </p:nvCxnSpPr>
        <p:spPr>
          <a:xfrm>
            <a:off x="7468694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Conector de seta reta 11"/>
          <p:cNvCxnSpPr/>
          <p:nvPr/>
        </p:nvCxnSpPr>
        <p:spPr>
          <a:xfrm>
            <a:off x="4394022" y="143692"/>
            <a:ext cx="13062" cy="67143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Espaço Reservado para Data 12"/>
          <p:cNvSpPr>
            <a:spLocks noGrp="1"/>
          </p:cNvSpPr>
          <p:nvPr>
            <p:ph type="dt" sz="half" idx="10"/>
          </p:nvPr>
        </p:nvSpPr>
        <p:spPr>
          <a:xfrm rot="5400000">
            <a:off x="10526540" y="1319666"/>
            <a:ext cx="2743200" cy="365125"/>
          </a:xfrm>
        </p:spPr>
        <p:txBody>
          <a:bodyPr/>
          <a:lstStyle/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30/10/2022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cxnSp>
        <p:nvCxnSpPr>
          <p:cNvPr id="14" name="Conector de seta reta 13"/>
          <p:cNvCxnSpPr/>
          <p:nvPr/>
        </p:nvCxnSpPr>
        <p:spPr>
          <a:xfrm flipH="1">
            <a:off x="55648" y="3494314"/>
            <a:ext cx="12080704" cy="13063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Conector de seta reta 14"/>
          <p:cNvCxnSpPr/>
          <p:nvPr/>
        </p:nvCxnSpPr>
        <p:spPr>
          <a:xfrm flipH="1">
            <a:off x="55648" y="5156562"/>
            <a:ext cx="12080704" cy="13063"/>
          </a:xfrm>
          <a:prstGeom prst="straightConnector1">
            <a:avLst/>
          </a:prstGeom>
          <a:ln w="3175"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Conector de seta reta 15"/>
          <p:cNvCxnSpPr/>
          <p:nvPr/>
        </p:nvCxnSpPr>
        <p:spPr>
          <a:xfrm flipH="1">
            <a:off x="55648" y="1819002"/>
            <a:ext cx="12080704" cy="13063"/>
          </a:xfrm>
          <a:prstGeom prst="straightConnector1">
            <a:avLst/>
          </a:prstGeom>
          <a:ln>
            <a:solidFill>
              <a:schemeClr val="bg2">
                <a:lumMod val="9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Espaço Reservado para Data 12"/>
          <p:cNvSpPr txBox="1">
            <a:spLocks/>
          </p:cNvSpPr>
          <p:nvPr/>
        </p:nvSpPr>
        <p:spPr>
          <a:xfrm rot="5400000">
            <a:off x="1107037" y="529362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19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0" name="Espaço Reservado para Data 12"/>
          <p:cNvSpPr txBox="1">
            <a:spLocks/>
          </p:cNvSpPr>
          <p:nvPr/>
        </p:nvSpPr>
        <p:spPr>
          <a:xfrm rot="5400000">
            <a:off x="1107035" y="1943006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11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  <p:sp>
        <p:nvSpPr>
          <p:cNvPr id="21" name="Espaço Reservado para Data 12"/>
          <p:cNvSpPr txBox="1">
            <a:spLocks/>
          </p:cNvSpPr>
          <p:nvPr/>
        </p:nvSpPr>
        <p:spPr>
          <a:xfrm rot="5400000">
            <a:off x="1107036" y="3638179"/>
            <a:ext cx="7045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pt-BR"/>
            </a:defPPr>
            <a:lvl1pPr marL="0" algn="l" defTabSz="914400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pt-BR" sz="1600" dirty="0" smtClean="0">
                <a:solidFill>
                  <a:schemeClr val="bg2">
                    <a:lumMod val="90000"/>
                  </a:schemeClr>
                </a:solidFill>
              </a:rPr>
              <a:t>15 h</a:t>
            </a:r>
            <a:endParaRPr lang="pt-BR" sz="1600" dirty="0">
              <a:solidFill>
                <a:schemeClr val="bg2">
                  <a:lumMod val="9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28631186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</TotalTime>
  <Words>8</Words>
  <Application>Microsoft Office PowerPoint</Application>
  <PresentationFormat>Widescreen</PresentationFormat>
  <Paragraphs>5</Paragraphs>
  <Slides>1</Slides>
  <Notes>1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Tema do Office</vt:lpstr>
      <vt:lpstr>Apresentação do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Apresentação do PowerPoint</dc:title>
  <dc:creator>Usuário</dc:creator>
  <cp:lastModifiedBy>Manoel</cp:lastModifiedBy>
  <cp:revision>21</cp:revision>
  <cp:lastPrinted>2022-10-31T13:42:23Z</cp:lastPrinted>
  <dcterms:created xsi:type="dcterms:W3CDTF">2022-08-16T16:39:59Z</dcterms:created>
  <dcterms:modified xsi:type="dcterms:W3CDTF">2022-10-31T13:42:29Z</dcterms:modified>
</cp:coreProperties>
</file>