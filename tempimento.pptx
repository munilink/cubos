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89750" cy="967105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6" y="1"/>
            <a:ext cx="2985970" cy="484528"/>
          </a:xfrm>
          <a:prstGeom prst="rect">
            <a:avLst/>
          </a:prstGeom>
        </p:spPr>
        <p:txBody>
          <a:bodyPr vert="horz" lIns="87296" tIns="43649" rIns="87296" bIns="43649" rtlCol="0"/>
          <a:lstStyle>
            <a:lvl1pPr algn="l">
              <a:defRPr sz="11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247" y="1"/>
            <a:ext cx="2985970" cy="484528"/>
          </a:xfrm>
          <a:prstGeom prst="rect">
            <a:avLst/>
          </a:prstGeom>
        </p:spPr>
        <p:txBody>
          <a:bodyPr vert="horz" lIns="87296" tIns="43649" rIns="87296" bIns="43649" rtlCol="0"/>
          <a:lstStyle>
            <a:lvl1pPr algn="r">
              <a:defRPr sz="1100"/>
            </a:lvl1pPr>
          </a:lstStyle>
          <a:p>
            <a:fld id="{A584E3A2-E8EA-4705-A613-CFE9F6F5D3B4}" type="datetimeFigureOut">
              <a:rPr lang="pt-BR" smtClean="0"/>
              <a:t>18/09/2023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544513" y="1209675"/>
            <a:ext cx="5800725" cy="32623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7296" tIns="43649" rIns="87296" bIns="43649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363" y="4654768"/>
            <a:ext cx="5513032" cy="3807217"/>
          </a:xfrm>
          <a:prstGeom prst="rect">
            <a:avLst/>
          </a:prstGeom>
        </p:spPr>
        <p:txBody>
          <a:bodyPr vert="horz" lIns="87296" tIns="43649" rIns="87296" bIns="43649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6" y="9186524"/>
            <a:ext cx="2985970" cy="484528"/>
          </a:xfrm>
          <a:prstGeom prst="rect">
            <a:avLst/>
          </a:prstGeom>
        </p:spPr>
        <p:txBody>
          <a:bodyPr vert="horz" lIns="87296" tIns="43649" rIns="87296" bIns="43649" rtlCol="0" anchor="b"/>
          <a:lstStyle>
            <a:lvl1pPr algn="l">
              <a:defRPr sz="11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247" y="9186524"/>
            <a:ext cx="2985970" cy="484528"/>
          </a:xfrm>
          <a:prstGeom prst="rect">
            <a:avLst/>
          </a:prstGeom>
        </p:spPr>
        <p:txBody>
          <a:bodyPr vert="horz" lIns="87296" tIns="43649" rIns="87296" bIns="43649" rtlCol="0" anchor="b"/>
          <a:lstStyle>
            <a:lvl1pPr algn="r">
              <a:defRPr sz="1100"/>
            </a:lvl1pPr>
          </a:lstStyle>
          <a:p>
            <a:fld id="{0BA2C8A0-7202-4908-A78F-142DD18DC1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1494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A2C8A0-7202-4908-A78F-142DD18DC1F9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5486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31B9D-E9F6-4612-9B82-E89961B389AC}" type="datetimeFigureOut">
              <a:rPr lang="pt-BR" smtClean="0"/>
              <a:t>18/09/2023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851D4-3FE2-4395-B880-51887F31130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9860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31B9D-E9F6-4612-9B82-E89961B389AC}" type="datetimeFigureOut">
              <a:rPr lang="pt-BR" smtClean="0"/>
              <a:t>18/09/2023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851D4-3FE2-4395-B880-51887F31130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1527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31B9D-E9F6-4612-9B82-E89961B389AC}" type="datetimeFigureOut">
              <a:rPr lang="pt-BR" smtClean="0"/>
              <a:t>18/09/2023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851D4-3FE2-4395-B880-51887F31130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4397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31B9D-E9F6-4612-9B82-E89961B389AC}" type="datetimeFigureOut">
              <a:rPr lang="pt-BR" smtClean="0"/>
              <a:t>18/09/2023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851D4-3FE2-4395-B880-51887F31130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4771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31B9D-E9F6-4612-9B82-E89961B389AC}" type="datetimeFigureOut">
              <a:rPr lang="pt-BR" smtClean="0"/>
              <a:t>18/09/2023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851D4-3FE2-4395-B880-51887F31130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6596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31B9D-E9F6-4612-9B82-E89961B389AC}" type="datetimeFigureOut">
              <a:rPr lang="pt-BR" smtClean="0"/>
              <a:t>18/09/2023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851D4-3FE2-4395-B880-51887F31130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6420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31B9D-E9F6-4612-9B82-E89961B389AC}" type="datetimeFigureOut">
              <a:rPr lang="pt-BR" smtClean="0"/>
              <a:t>18/09/2023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851D4-3FE2-4395-B880-51887F31130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6558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31B9D-E9F6-4612-9B82-E89961B389AC}" type="datetimeFigureOut">
              <a:rPr lang="pt-BR" smtClean="0"/>
              <a:t>18/09/2023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851D4-3FE2-4395-B880-51887F31130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1637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31B9D-E9F6-4612-9B82-E89961B389AC}" type="datetimeFigureOut">
              <a:rPr lang="pt-BR" smtClean="0"/>
              <a:t>18/09/2023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851D4-3FE2-4395-B880-51887F31130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113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31B9D-E9F6-4612-9B82-E89961B389AC}" type="datetimeFigureOut">
              <a:rPr lang="pt-BR" smtClean="0"/>
              <a:t>18/09/2023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851D4-3FE2-4395-B880-51887F31130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9657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31B9D-E9F6-4612-9B82-E89961B389AC}" type="datetimeFigureOut">
              <a:rPr lang="pt-BR" smtClean="0"/>
              <a:t>18/09/2023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851D4-3FE2-4395-B880-51887F31130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4052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1B9D-E9F6-4612-9B82-E89961B389AC}" type="datetimeFigureOut">
              <a:rPr lang="pt-BR" smtClean="0"/>
              <a:t>18/09/2023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0851D4-3FE2-4395-B880-51887F31130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4944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de seta reta 4"/>
          <p:cNvCxnSpPr/>
          <p:nvPr/>
        </p:nvCxnSpPr>
        <p:spPr>
          <a:xfrm>
            <a:off x="1319350" y="130629"/>
            <a:ext cx="13062" cy="6714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de seta reta 6"/>
          <p:cNvCxnSpPr/>
          <p:nvPr/>
        </p:nvCxnSpPr>
        <p:spPr>
          <a:xfrm>
            <a:off x="2856686" y="143692"/>
            <a:ext cx="13062" cy="6714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/>
          <p:cNvCxnSpPr/>
          <p:nvPr/>
        </p:nvCxnSpPr>
        <p:spPr>
          <a:xfrm>
            <a:off x="5931358" y="143692"/>
            <a:ext cx="13062" cy="6714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/>
          <p:cNvCxnSpPr/>
          <p:nvPr/>
        </p:nvCxnSpPr>
        <p:spPr>
          <a:xfrm>
            <a:off x="10543366" y="143692"/>
            <a:ext cx="13062" cy="6714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/>
          <p:nvPr/>
        </p:nvCxnSpPr>
        <p:spPr>
          <a:xfrm>
            <a:off x="9006030" y="130629"/>
            <a:ext cx="13062" cy="6714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/>
          <p:nvPr/>
        </p:nvCxnSpPr>
        <p:spPr>
          <a:xfrm>
            <a:off x="7468694" y="143692"/>
            <a:ext cx="13062" cy="6714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/>
          <p:nvPr/>
        </p:nvCxnSpPr>
        <p:spPr>
          <a:xfrm>
            <a:off x="4394022" y="143692"/>
            <a:ext cx="13062" cy="6714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spaço Reservado para Data 12"/>
          <p:cNvSpPr>
            <a:spLocks noGrp="1"/>
          </p:cNvSpPr>
          <p:nvPr>
            <p:ph type="dt" sz="half" idx="10"/>
          </p:nvPr>
        </p:nvSpPr>
        <p:spPr>
          <a:xfrm rot="5400000">
            <a:off x="10526540" y="1319666"/>
            <a:ext cx="2743200" cy="365125"/>
          </a:xfrm>
        </p:spPr>
        <p:txBody>
          <a:bodyPr/>
          <a:lstStyle/>
          <a:p>
            <a:r>
              <a:rPr lang="pt-BR" sz="1600" smtClean="0">
                <a:solidFill>
                  <a:schemeClr val="bg2">
                    <a:lumMod val="90000"/>
                  </a:schemeClr>
                </a:solidFill>
              </a:rPr>
              <a:t>17/09/2023</a:t>
            </a:r>
            <a:endParaRPr lang="pt-BR" sz="1600" dirty="0">
              <a:solidFill>
                <a:schemeClr val="bg2">
                  <a:lumMod val="90000"/>
                </a:schemeClr>
              </a:solidFill>
            </a:endParaRPr>
          </a:p>
        </p:txBody>
      </p:sp>
      <p:cxnSp>
        <p:nvCxnSpPr>
          <p:cNvPr id="14" name="Conector de seta reta 13"/>
          <p:cNvCxnSpPr/>
          <p:nvPr/>
        </p:nvCxnSpPr>
        <p:spPr>
          <a:xfrm flipH="1">
            <a:off x="55648" y="3494314"/>
            <a:ext cx="12080704" cy="13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/>
          <p:nvPr/>
        </p:nvCxnSpPr>
        <p:spPr>
          <a:xfrm flipH="1">
            <a:off x="55648" y="5156562"/>
            <a:ext cx="12080704" cy="13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/>
          <p:nvPr/>
        </p:nvCxnSpPr>
        <p:spPr>
          <a:xfrm flipH="1">
            <a:off x="55648" y="1819002"/>
            <a:ext cx="12080704" cy="13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9" name="Espaço Reservado para Data 12"/>
          <p:cNvSpPr txBox="1">
            <a:spLocks/>
          </p:cNvSpPr>
          <p:nvPr/>
        </p:nvSpPr>
        <p:spPr>
          <a:xfrm rot="5400000">
            <a:off x="1107037" y="5293629"/>
            <a:ext cx="7045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dirty="0" smtClean="0">
                <a:solidFill>
                  <a:schemeClr val="bg2">
                    <a:lumMod val="90000"/>
                  </a:schemeClr>
                </a:solidFill>
              </a:rPr>
              <a:t>19 h</a:t>
            </a:r>
            <a:endParaRPr lang="pt-BR" sz="16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0" name="Espaço Reservado para Data 12"/>
          <p:cNvSpPr txBox="1">
            <a:spLocks/>
          </p:cNvSpPr>
          <p:nvPr/>
        </p:nvSpPr>
        <p:spPr>
          <a:xfrm rot="5400000">
            <a:off x="1107035" y="1943006"/>
            <a:ext cx="7045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dirty="0" smtClean="0">
                <a:solidFill>
                  <a:schemeClr val="bg2">
                    <a:lumMod val="90000"/>
                  </a:schemeClr>
                </a:solidFill>
              </a:rPr>
              <a:t>11 h</a:t>
            </a:r>
            <a:endParaRPr lang="pt-BR" sz="16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1" name="Espaço Reservado para Data 12"/>
          <p:cNvSpPr txBox="1">
            <a:spLocks/>
          </p:cNvSpPr>
          <p:nvPr/>
        </p:nvSpPr>
        <p:spPr>
          <a:xfrm rot="5400000">
            <a:off x="1107036" y="3638179"/>
            <a:ext cx="7045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dirty="0" smtClean="0">
                <a:solidFill>
                  <a:schemeClr val="bg2">
                    <a:lumMod val="90000"/>
                  </a:schemeClr>
                </a:solidFill>
              </a:rPr>
              <a:t>15 h</a:t>
            </a:r>
            <a:endParaRPr lang="pt-BR" sz="1600" dirty="0">
              <a:solidFill>
                <a:schemeClr val="bg2">
                  <a:lumMod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63118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1366</TotalTime>
  <Words>8</Words>
  <Application>Microsoft Office PowerPoint</Application>
  <PresentationFormat>Widescreen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Usuário</dc:creator>
  <cp:lastModifiedBy>Manoel</cp:lastModifiedBy>
  <cp:revision>61</cp:revision>
  <cp:lastPrinted>2023-09-04T15:35:18Z</cp:lastPrinted>
  <dcterms:created xsi:type="dcterms:W3CDTF">2022-08-16T16:39:59Z</dcterms:created>
  <dcterms:modified xsi:type="dcterms:W3CDTF">2023-09-18T16:01:25Z</dcterms:modified>
</cp:coreProperties>
</file>