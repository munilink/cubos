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22/06/2024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30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/06/2024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1748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93</cp:revision>
  <cp:lastPrinted>2024-06-22T13:17:23Z</cp:lastPrinted>
  <dcterms:created xsi:type="dcterms:W3CDTF">2022-08-16T16:39:59Z</dcterms:created>
  <dcterms:modified xsi:type="dcterms:W3CDTF">2024-06-22T13:23:43Z</dcterms:modified>
</cp:coreProperties>
</file>