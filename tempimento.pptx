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06/11/2023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8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4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4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06/11/2023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06/11/2023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06/11/2023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06/11/2023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06/11/2023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06/11/2023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06/11/2023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06/11/2023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06/11/2023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06/11/2023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06/11/2023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06/11/2023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12/11/2023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1367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67</cp:revision>
  <cp:lastPrinted>2023-11-06T18:34:45Z</cp:lastPrinted>
  <dcterms:created xsi:type="dcterms:W3CDTF">2022-08-16T16:39:59Z</dcterms:created>
  <dcterms:modified xsi:type="dcterms:W3CDTF">2023-11-06T18:34:50Z</dcterms:modified>
</cp:coreProperties>
</file>