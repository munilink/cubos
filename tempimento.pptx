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5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2" y="4926014"/>
            <a:ext cx="5684521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5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19/09/2022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18/09/2022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22469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</Words>
  <Application>Microsoft Office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11</cp:revision>
  <cp:lastPrinted>2022-09-19T14:31:11Z</cp:lastPrinted>
  <dcterms:created xsi:type="dcterms:W3CDTF">2022-08-16T16:39:59Z</dcterms:created>
  <dcterms:modified xsi:type="dcterms:W3CDTF">2022-09-19T14:31:28Z</dcterms:modified>
</cp:coreProperties>
</file>