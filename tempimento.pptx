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11/07/2024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07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/07/2024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1752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94</cp:revision>
  <cp:lastPrinted>2024-07-11T19:33:40Z</cp:lastPrinted>
  <dcterms:created xsi:type="dcterms:W3CDTF">2022-08-16T16:39:59Z</dcterms:created>
  <dcterms:modified xsi:type="dcterms:W3CDTF">2024-07-11T19:34:24Z</dcterms:modified>
</cp:coreProperties>
</file>