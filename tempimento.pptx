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8163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85281" cy="484528"/>
          </a:xfrm>
          <a:prstGeom prst="rect">
            <a:avLst/>
          </a:prstGeom>
        </p:spPr>
        <p:txBody>
          <a:bodyPr vert="horz" lIns="87325" tIns="43663" rIns="87325" bIns="43663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1343" y="1"/>
            <a:ext cx="2985281" cy="484528"/>
          </a:xfrm>
          <a:prstGeom prst="rect">
            <a:avLst/>
          </a:prstGeom>
        </p:spPr>
        <p:txBody>
          <a:bodyPr vert="horz" lIns="87325" tIns="43663" rIns="87325" bIns="43663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2925" y="1209675"/>
            <a:ext cx="5802313" cy="3263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325" tIns="43663" rIns="87325" bIns="43663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202" y="4654767"/>
            <a:ext cx="5511762" cy="3807216"/>
          </a:xfrm>
          <a:prstGeom prst="rect">
            <a:avLst/>
          </a:prstGeom>
        </p:spPr>
        <p:txBody>
          <a:bodyPr vert="horz" lIns="87325" tIns="43663" rIns="87325" bIns="43663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2" y="9186523"/>
            <a:ext cx="2985281" cy="484528"/>
          </a:xfrm>
          <a:prstGeom prst="rect">
            <a:avLst/>
          </a:prstGeom>
        </p:spPr>
        <p:txBody>
          <a:bodyPr vert="horz" lIns="87325" tIns="43663" rIns="87325" bIns="43663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1343" y="9186523"/>
            <a:ext cx="2985281" cy="484528"/>
          </a:xfrm>
          <a:prstGeom prst="rect">
            <a:avLst/>
          </a:prstGeom>
        </p:spPr>
        <p:txBody>
          <a:bodyPr vert="horz" lIns="87325" tIns="43663" rIns="87325" bIns="43663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19/10/2022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16/10/2022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 w="31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18</cp:revision>
  <cp:lastPrinted>2022-10-19T13:29:40Z</cp:lastPrinted>
  <dcterms:created xsi:type="dcterms:W3CDTF">2022-08-16T16:39:59Z</dcterms:created>
  <dcterms:modified xsi:type="dcterms:W3CDTF">2022-10-19T13:29:51Z</dcterms:modified>
</cp:coreProperties>
</file>