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7104063" cy="10234613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660"/>
  </p:normalViewPr>
  <p:slideViewPr>
    <p:cSldViewPr snapToGrid="0">
      <p:cViewPr varScale="1">
        <p:scale>
          <a:sx n="73" d="100"/>
          <a:sy n="73" d="100"/>
        </p:scale>
        <p:origin x="618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3" y="1"/>
            <a:ext cx="3078851" cy="512763"/>
          </a:xfrm>
          <a:prstGeom prst="rect">
            <a:avLst/>
          </a:prstGeom>
        </p:spPr>
        <p:txBody>
          <a:bodyPr vert="horz" lIns="91419" tIns="45710" rIns="91419" bIns="4571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023627" y="1"/>
            <a:ext cx="3078851" cy="512763"/>
          </a:xfrm>
          <a:prstGeom prst="rect">
            <a:avLst/>
          </a:prstGeom>
        </p:spPr>
        <p:txBody>
          <a:bodyPr vert="horz" lIns="91419" tIns="45710" rIns="91419" bIns="45710" rtlCol="0"/>
          <a:lstStyle>
            <a:lvl1pPr algn="r">
              <a:defRPr sz="1200"/>
            </a:lvl1pPr>
          </a:lstStyle>
          <a:p>
            <a:fld id="{A584E3A2-E8EA-4705-A613-CFE9F6F5D3B4}" type="datetimeFigureOut">
              <a:rPr lang="pt-BR" smtClean="0"/>
              <a:t>28/11/2022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38863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19" tIns="45710" rIns="91419" bIns="4571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09774" y="4926015"/>
            <a:ext cx="5684521" cy="4029075"/>
          </a:xfrm>
          <a:prstGeom prst="rect">
            <a:avLst/>
          </a:prstGeom>
        </p:spPr>
        <p:txBody>
          <a:bodyPr vert="horz" lIns="91419" tIns="45710" rIns="91419" bIns="45710" rtlCol="0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3" y="9721851"/>
            <a:ext cx="3078851" cy="512763"/>
          </a:xfrm>
          <a:prstGeom prst="rect">
            <a:avLst/>
          </a:prstGeom>
        </p:spPr>
        <p:txBody>
          <a:bodyPr vert="horz" lIns="91419" tIns="45710" rIns="91419" bIns="4571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023627" y="9721851"/>
            <a:ext cx="3078851" cy="512763"/>
          </a:xfrm>
          <a:prstGeom prst="rect">
            <a:avLst/>
          </a:prstGeom>
        </p:spPr>
        <p:txBody>
          <a:bodyPr vert="horz" lIns="91419" tIns="45710" rIns="91419" bIns="45710" rtlCol="0" anchor="b"/>
          <a:lstStyle>
            <a:lvl1pPr algn="r">
              <a:defRPr sz="1200"/>
            </a:lvl1pPr>
          </a:lstStyle>
          <a:p>
            <a:fld id="{0BA2C8A0-7202-4908-A78F-142DD18DC1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814940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BA2C8A0-7202-4908-A78F-142DD18DC1F9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154864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 smtClean="0"/>
              <a:t>Clique para editar o estilo do subtítulo mestre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28/11/2022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298605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28/11/2022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615271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28/11/2022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843972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28/11/2022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47718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28/11/2022</a:t>
            </a:fld>
            <a:endParaRPr lang="pt-BR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565962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28/11/2022</a:t>
            </a:fld>
            <a:endParaRPr lang="pt-BR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564202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28/11/2022</a:t>
            </a:fld>
            <a:endParaRPr lang="pt-BR"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165581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28/11/2022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316372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28/11/2022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71135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28/11/2022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796572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28/11/2022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640524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231B9D-E9F6-4612-9B82-E89961B389AC}" type="datetimeFigureOut">
              <a:rPr lang="pt-BR" smtClean="0"/>
              <a:t>28/11/2022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249447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Conector de seta reta 4"/>
          <p:cNvCxnSpPr/>
          <p:nvPr/>
        </p:nvCxnSpPr>
        <p:spPr>
          <a:xfrm>
            <a:off x="1319350" y="130629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ector de seta reta 6"/>
          <p:cNvCxnSpPr/>
          <p:nvPr/>
        </p:nvCxnSpPr>
        <p:spPr>
          <a:xfrm>
            <a:off x="2856686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ector de seta reta 7"/>
          <p:cNvCxnSpPr/>
          <p:nvPr/>
        </p:nvCxnSpPr>
        <p:spPr>
          <a:xfrm>
            <a:off x="5931358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ector de seta reta 8"/>
          <p:cNvCxnSpPr/>
          <p:nvPr/>
        </p:nvCxnSpPr>
        <p:spPr>
          <a:xfrm>
            <a:off x="10543366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ector de seta reta 9"/>
          <p:cNvCxnSpPr/>
          <p:nvPr/>
        </p:nvCxnSpPr>
        <p:spPr>
          <a:xfrm>
            <a:off x="9006030" y="130629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ector de seta reta 10"/>
          <p:cNvCxnSpPr/>
          <p:nvPr/>
        </p:nvCxnSpPr>
        <p:spPr>
          <a:xfrm>
            <a:off x="7468694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ector de seta reta 11"/>
          <p:cNvCxnSpPr/>
          <p:nvPr/>
        </p:nvCxnSpPr>
        <p:spPr>
          <a:xfrm>
            <a:off x="4394022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Espaço Reservado para Data 12"/>
          <p:cNvSpPr>
            <a:spLocks noGrp="1"/>
          </p:cNvSpPr>
          <p:nvPr>
            <p:ph type="dt" sz="half" idx="10"/>
          </p:nvPr>
        </p:nvSpPr>
        <p:spPr>
          <a:xfrm rot="5400000">
            <a:off x="10526540" y="1319666"/>
            <a:ext cx="2743200" cy="365125"/>
          </a:xfrm>
        </p:spPr>
        <p:txBody>
          <a:bodyPr/>
          <a:lstStyle/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27/11/2022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cxnSp>
        <p:nvCxnSpPr>
          <p:cNvPr id="14" name="Conector de seta reta 13"/>
          <p:cNvCxnSpPr/>
          <p:nvPr/>
        </p:nvCxnSpPr>
        <p:spPr>
          <a:xfrm flipH="1">
            <a:off x="55648" y="3494314"/>
            <a:ext cx="12080704" cy="13063"/>
          </a:xfrm>
          <a:prstGeom prst="straightConnector1">
            <a:avLst/>
          </a:prstGeom>
          <a:ln>
            <a:solidFill>
              <a:schemeClr val="bg2">
                <a:lumMod val="9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ector de seta reta 14"/>
          <p:cNvCxnSpPr/>
          <p:nvPr/>
        </p:nvCxnSpPr>
        <p:spPr>
          <a:xfrm flipH="1">
            <a:off x="55648" y="5156562"/>
            <a:ext cx="12080704" cy="13063"/>
          </a:xfrm>
          <a:prstGeom prst="straightConnector1">
            <a:avLst/>
          </a:prstGeom>
          <a:ln w="3175">
            <a:solidFill>
              <a:schemeClr val="bg2">
                <a:lumMod val="9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ector de seta reta 15"/>
          <p:cNvCxnSpPr/>
          <p:nvPr/>
        </p:nvCxnSpPr>
        <p:spPr>
          <a:xfrm flipH="1">
            <a:off x="55648" y="1819002"/>
            <a:ext cx="12080704" cy="13063"/>
          </a:xfrm>
          <a:prstGeom prst="straightConnector1">
            <a:avLst/>
          </a:prstGeom>
          <a:ln>
            <a:solidFill>
              <a:schemeClr val="bg2">
                <a:lumMod val="9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Espaço Reservado para Data 12"/>
          <p:cNvSpPr txBox="1">
            <a:spLocks/>
          </p:cNvSpPr>
          <p:nvPr/>
        </p:nvSpPr>
        <p:spPr>
          <a:xfrm rot="5400000">
            <a:off x="1107037" y="5293629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19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20" name="Espaço Reservado para Data 12"/>
          <p:cNvSpPr txBox="1">
            <a:spLocks/>
          </p:cNvSpPr>
          <p:nvPr/>
        </p:nvSpPr>
        <p:spPr>
          <a:xfrm rot="5400000">
            <a:off x="1107035" y="1943006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11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21" name="Espaço Reservado para Data 12"/>
          <p:cNvSpPr txBox="1">
            <a:spLocks/>
          </p:cNvSpPr>
          <p:nvPr/>
        </p:nvSpPr>
        <p:spPr>
          <a:xfrm rot="5400000">
            <a:off x="1107036" y="3638179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15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63118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Escritório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Escritório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59</TotalTime>
  <Words>8</Words>
  <Application>Microsoft Office PowerPoint</Application>
  <PresentationFormat>Widescreen</PresentationFormat>
  <Paragraphs>5</Paragraphs>
  <Slides>1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Tema do Office</vt:lpstr>
      <vt:lpstr>Apresentação do PowerPoint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Usuário</dc:creator>
  <cp:lastModifiedBy>Manoel</cp:lastModifiedBy>
  <cp:revision>25</cp:revision>
  <cp:lastPrinted>2022-11-21T15:50:30Z</cp:lastPrinted>
  <dcterms:created xsi:type="dcterms:W3CDTF">2022-08-16T16:39:59Z</dcterms:created>
  <dcterms:modified xsi:type="dcterms:W3CDTF">2022-11-28T14:34:48Z</dcterms:modified>
</cp:coreProperties>
</file>