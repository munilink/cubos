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4" y="1"/>
            <a:ext cx="2985969" cy="484528"/>
          </a:xfrm>
          <a:prstGeom prst="rect">
            <a:avLst/>
          </a:prstGeom>
        </p:spPr>
        <p:txBody>
          <a:bodyPr vert="horz" lIns="87314" tIns="43658" rIns="87314" bIns="43658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4" y="1"/>
            <a:ext cx="2985969" cy="484528"/>
          </a:xfrm>
          <a:prstGeom prst="rect">
            <a:avLst/>
          </a:prstGeom>
        </p:spPr>
        <p:txBody>
          <a:bodyPr vert="horz" lIns="87314" tIns="43658" rIns="87314" bIns="43658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2925" y="1209675"/>
            <a:ext cx="5803900" cy="326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314" tIns="43658" rIns="87314" bIns="4365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2" y="4654767"/>
            <a:ext cx="5513032" cy="3807216"/>
          </a:xfrm>
          <a:prstGeom prst="rect">
            <a:avLst/>
          </a:prstGeom>
        </p:spPr>
        <p:txBody>
          <a:bodyPr vert="horz" lIns="87314" tIns="43658" rIns="87314" bIns="43658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4" y="9186523"/>
            <a:ext cx="2985969" cy="484528"/>
          </a:xfrm>
          <a:prstGeom prst="rect">
            <a:avLst/>
          </a:prstGeom>
        </p:spPr>
        <p:txBody>
          <a:bodyPr vert="horz" lIns="87314" tIns="43658" rIns="87314" bIns="43658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4" y="9186523"/>
            <a:ext cx="2985969" cy="484528"/>
          </a:xfrm>
          <a:prstGeom prst="rect">
            <a:avLst/>
          </a:prstGeom>
        </p:spPr>
        <p:txBody>
          <a:bodyPr vert="horz" lIns="87314" tIns="43658" rIns="87314" bIns="43658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12/12/2022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01/01/2023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27</cp:revision>
  <cp:lastPrinted>2022-12-12T15:31:01Z</cp:lastPrinted>
  <dcterms:created xsi:type="dcterms:W3CDTF">2022-08-16T16:39:59Z</dcterms:created>
  <dcterms:modified xsi:type="dcterms:W3CDTF">2022-12-12T15:31:10Z</dcterms:modified>
</cp:coreProperties>
</file>