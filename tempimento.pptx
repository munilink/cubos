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7104063" cy="10234613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3078851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023625" y="1"/>
            <a:ext cx="3078851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84E3A2-E8EA-4705-A613-CFE9F6F5D3B4}" type="datetimeFigureOut">
              <a:rPr lang="pt-BR" smtClean="0"/>
              <a:t>26/09/2022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2037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09772" y="4926014"/>
            <a:ext cx="5684521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1" y="9721851"/>
            <a:ext cx="3078851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023625" y="9721851"/>
            <a:ext cx="3078851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26/09/2022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26/09/2022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26/09/2022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26/09/2022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26/09/2022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26/09/2022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26/09/2022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26/09/2022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26/09/2022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26/09/2022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26/09/2022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26/09/2022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25</a:t>
            </a:r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/09/2022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22469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2</Words>
  <Application>Microsoft Office PowerPoint</Application>
  <PresentationFormat>Widescreen</PresentationFormat>
  <Paragraphs>2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12</cp:revision>
  <cp:lastPrinted>2022-09-26T15:39:45Z</cp:lastPrinted>
  <dcterms:created xsi:type="dcterms:W3CDTF">2022-08-16T16:39:59Z</dcterms:created>
  <dcterms:modified xsi:type="dcterms:W3CDTF">2022-09-26T15:39:50Z</dcterms:modified>
</cp:coreProperties>
</file>