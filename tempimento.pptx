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8163" cy="1002188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1348" y="1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54125"/>
            <a:ext cx="6005513" cy="3379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204" y="4823630"/>
            <a:ext cx="5511762" cy="3945332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519785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1348" y="9519785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29/01/2024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04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/02/2024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1707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80</cp:revision>
  <cp:lastPrinted>2024-01-29T16:49:06Z</cp:lastPrinted>
  <dcterms:created xsi:type="dcterms:W3CDTF">2022-08-16T16:39:59Z</dcterms:created>
  <dcterms:modified xsi:type="dcterms:W3CDTF">2024-01-29T16:49:10Z</dcterms:modified>
</cp:coreProperties>
</file>