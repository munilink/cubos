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7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10/06/2024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4513" y="1209675"/>
            <a:ext cx="5800725" cy="32623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3" y="4654768"/>
            <a:ext cx="5513032" cy="3807217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186525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7" y="9186525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10/06/2024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10/06/2024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10/06/2024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10/06/2024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10/06/2024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10/06/2024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10/06/2024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10/06/2024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10/06/2024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10/06/2024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10/06/2024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10/06/2024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09/06/2024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1739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92</cp:revision>
  <cp:lastPrinted>2024-05-24T13:26:36Z</cp:lastPrinted>
  <dcterms:created xsi:type="dcterms:W3CDTF">2022-08-16T16:39:59Z</dcterms:created>
  <dcterms:modified xsi:type="dcterms:W3CDTF">2024-06-10T16:27:13Z</dcterms:modified>
</cp:coreProperties>
</file>