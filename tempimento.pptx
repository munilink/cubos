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078851" cy="512763"/>
          </a:xfrm>
          <a:prstGeom prst="rect">
            <a:avLst/>
          </a:prstGeom>
        </p:spPr>
        <p:txBody>
          <a:bodyPr vert="horz" lIns="91409" tIns="45706" rIns="91409" bIns="45706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628" y="1"/>
            <a:ext cx="3078851" cy="512763"/>
          </a:xfrm>
          <a:prstGeom prst="rect">
            <a:avLst/>
          </a:prstGeom>
        </p:spPr>
        <p:txBody>
          <a:bodyPr vert="horz" lIns="91409" tIns="45706" rIns="91409" bIns="45706" rtlCol="0"/>
          <a:lstStyle>
            <a:lvl1pPr algn="r">
              <a:defRPr sz="1200"/>
            </a:lvl1pPr>
          </a:lstStyle>
          <a:p>
            <a:fld id="{A584E3A2-E8EA-4705-A613-CFE9F6F5D3B4}" type="datetimeFigureOut">
              <a:rPr lang="pt-BR" smtClean="0"/>
              <a:t>23/01/2023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886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9" tIns="45706" rIns="91409" bIns="45706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09774" y="4926015"/>
            <a:ext cx="5684521" cy="4029075"/>
          </a:xfrm>
          <a:prstGeom prst="rect">
            <a:avLst/>
          </a:prstGeom>
        </p:spPr>
        <p:txBody>
          <a:bodyPr vert="horz" lIns="91409" tIns="45706" rIns="91409" bIns="45706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9721851"/>
            <a:ext cx="3078851" cy="512763"/>
          </a:xfrm>
          <a:prstGeom prst="rect">
            <a:avLst/>
          </a:prstGeom>
        </p:spPr>
        <p:txBody>
          <a:bodyPr vert="horz" lIns="91409" tIns="45706" rIns="91409" bIns="45706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628" y="9721851"/>
            <a:ext cx="3078851" cy="512763"/>
          </a:xfrm>
          <a:prstGeom prst="rect">
            <a:avLst/>
          </a:prstGeom>
        </p:spPr>
        <p:txBody>
          <a:bodyPr vert="horz" lIns="91409" tIns="45706" rIns="91409" bIns="45706" rtlCol="0" anchor="b"/>
          <a:lstStyle>
            <a:lvl1pPr algn="r">
              <a:defRPr sz="12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23/01/2023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23/01/2023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23/01/2023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23/01/2023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23/01/2023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23/01/2023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23/01/2023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23/01/2023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23/01/2023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23/01/2023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23/01/2023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23/01/2023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22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/01/2023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31</cp:revision>
  <cp:lastPrinted>2023-01-09T12:48:40Z</cp:lastPrinted>
  <dcterms:created xsi:type="dcterms:W3CDTF">2022-08-16T16:39:59Z</dcterms:created>
  <dcterms:modified xsi:type="dcterms:W3CDTF">2023-01-23T13:11:05Z</dcterms:modified>
</cp:coreProperties>
</file>