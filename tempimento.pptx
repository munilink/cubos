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46065" cy="497333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097" y="1"/>
            <a:ext cx="2946065" cy="497333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1425"/>
            <a:ext cx="5949950" cy="3348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163" y="4777785"/>
            <a:ext cx="5439356" cy="3907835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429308"/>
            <a:ext cx="2946065" cy="497333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097" y="9429308"/>
            <a:ext cx="2946065" cy="497333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28/09/2024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29/09/2024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2801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103</cp:revision>
  <cp:lastPrinted>2024-09-28T14:54:17Z</cp:lastPrinted>
  <dcterms:created xsi:type="dcterms:W3CDTF">2022-08-16T16:39:59Z</dcterms:created>
  <dcterms:modified xsi:type="dcterms:W3CDTF">2024-09-28T14:54:42Z</dcterms:modified>
</cp:coreProperties>
</file>