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2925" y="1209675"/>
            <a:ext cx="5803900" cy="326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2" y="4654767"/>
            <a:ext cx="5513032" cy="3807216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21/03/2023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26</a:t>
            </a:r>
            <a:r>
              <a:rPr lang="pt-BR" sz="1600" smtClean="0">
                <a:solidFill>
                  <a:schemeClr val="bg2">
                    <a:lumMod val="90000"/>
                  </a:schemeClr>
                </a:solidFill>
              </a:rPr>
              <a:t>/03/2023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41</cp:revision>
  <cp:lastPrinted>2023-03-21T14:57:57Z</cp:lastPrinted>
  <dcterms:created xsi:type="dcterms:W3CDTF">2022-08-16T16:39:59Z</dcterms:created>
  <dcterms:modified xsi:type="dcterms:W3CDTF">2023-03-21T14:58:04Z</dcterms:modified>
</cp:coreProperties>
</file>