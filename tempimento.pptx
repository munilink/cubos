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7104063" cy="10234613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73" d="100"/>
          <a:sy n="73" d="100"/>
        </p:scale>
        <p:origin x="618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1" y="1"/>
            <a:ext cx="3078851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023625" y="1"/>
            <a:ext cx="3078851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584E3A2-E8EA-4705-A613-CFE9F6F5D3B4}" type="datetimeFigureOut">
              <a:rPr lang="pt-BR" smtClean="0"/>
              <a:t>04/10/2022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481013" y="1279525"/>
            <a:ext cx="6142037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09772" y="4926014"/>
            <a:ext cx="5684521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1" y="9721851"/>
            <a:ext cx="3078851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023625" y="9721851"/>
            <a:ext cx="3078851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BA2C8A0-7202-4908-A78F-142DD18DC1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814940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BA2C8A0-7202-4908-A78F-142DD18DC1F9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154864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 smtClean="0"/>
              <a:t>Clique para editar o estilo do subtítulo mestre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04/10/2022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298605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04/10/2022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615271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04/10/2022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843972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04/10/2022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47718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04/10/2022</a:t>
            </a:fld>
            <a:endParaRPr lang="pt-BR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565962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04/10/2022</a:t>
            </a:fld>
            <a:endParaRPr lang="pt-BR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564202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04/10/2022</a:t>
            </a:fld>
            <a:endParaRPr lang="pt-BR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165581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04/10/2022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316372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04/10/2022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71135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04/10/2022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96572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04/10/2022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640524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231B9D-E9F6-4612-9B82-E89961B389AC}" type="datetimeFigureOut">
              <a:rPr lang="pt-BR" smtClean="0"/>
              <a:t>04/10/2022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249447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Conector de seta reta 4"/>
          <p:cNvCxnSpPr/>
          <p:nvPr/>
        </p:nvCxnSpPr>
        <p:spPr>
          <a:xfrm>
            <a:off x="1319350" y="130629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ector de seta reta 6"/>
          <p:cNvCxnSpPr/>
          <p:nvPr/>
        </p:nvCxnSpPr>
        <p:spPr>
          <a:xfrm>
            <a:off x="2856686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ector de seta reta 7"/>
          <p:cNvCxnSpPr/>
          <p:nvPr/>
        </p:nvCxnSpPr>
        <p:spPr>
          <a:xfrm>
            <a:off x="5931358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ector de seta reta 8"/>
          <p:cNvCxnSpPr/>
          <p:nvPr/>
        </p:nvCxnSpPr>
        <p:spPr>
          <a:xfrm>
            <a:off x="10543366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ector de seta reta 9"/>
          <p:cNvCxnSpPr/>
          <p:nvPr/>
        </p:nvCxnSpPr>
        <p:spPr>
          <a:xfrm>
            <a:off x="9006030" y="130629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ector de seta reta 10"/>
          <p:cNvCxnSpPr/>
          <p:nvPr/>
        </p:nvCxnSpPr>
        <p:spPr>
          <a:xfrm>
            <a:off x="7468694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ector de seta reta 11"/>
          <p:cNvCxnSpPr/>
          <p:nvPr/>
        </p:nvCxnSpPr>
        <p:spPr>
          <a:xfrm>
            <a:off x="4394022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Espaço Reservado para Data 12"/>
          <p:cNvSpPr>
            <a:spLocks noGrp="1"/>
          </p:cNvSpPr>
          <p:nvPr>
            <p:ph type="dt" sz="half" idx="10"/>
          </p:nvPr>
        </p:nvSpPr>
        <p:spPr>
          <a:xfrm rot="5400000">
            <a:off x="10526540" y="1319666"/>
            <a:ext cx="2743200" cy="365125"/>
          </a:xfrm>
        </p:spPr>
        <p:txBody>
          <a:bodyPr/>
          <a:lstStyle/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02</a:t>
            </a:r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/10/2022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cxnSp>
        <p:nvCxnSpPr>
          <p:cNvPr id="14" name="Conector de seta reta 13"/>
          <p:cNvCxnSpPr/>
          <p:nvPr/>
        </p:nvCxnSpPr>
        <p:spPr>
          <a:xfrm flipH="1">
            <a:off x="55648" y="3422469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863118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</TotalTime>
  <Words>2</Words>
  <Application>Microsoft Office PowerPoint</Application>
  <PresentationFormat>Widescreen</PresentationFormat>
  <Paragraphs>2</Paragraphs>
  <Slides>1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Tema do Office</vt:lpstr>
      <vt:lpstr>Apresentação do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Usuário</dc:creator>
  <cp:lastModifiedBy>Manoel</cp:lastModifiedBy>
  <cp:revision>13</cp:revision>
  <cp:lastPrinted>2022-09-26T15:39:45Z</cp:lastPrinted>
  <dcterms:created xsi:type="dcterms:W3CDTF">2022-08-16T16:39:59Z</dcterms:created>
  <dcterms:modified xsi:type="dcterms:W3CDTF">2022-10-04T12:43:13Z</dcterms:modified>
</cp:coreProperties>
</file>