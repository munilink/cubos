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797675" cy="987266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46065" cy="494629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50097" y="1"/>
            <a:ext cx="2946065" cy="494629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08/05/2023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1235075"/>
            <a:ext cx="592137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79163" y="4751805"/>
            <a:ext cx="5439356" cy="3886586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378036"/>
            <a:ext cx="2946065" cy="494629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50097" y="9378036"/>
            <a:ext cx="2946065" cy="494629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08/05/2023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08/05/2023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08/05/2023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08/05/2023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08/05/2023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08/05/2023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08/05/2023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08/05/2023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08/05/2023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08/05/2023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08/05/2023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08/05/2023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28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/05/2023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50</cp:revision>
  <cp:lastPrinted>2023-05-08T13:31:10Z</cp:lastPrinted>
  <dcterms:created xsi:type="dcterms:W3CDTF">2022-08-16T16:39:59Z</dcterms:created>
  <dcterms:modified xsi:type="dcterms:W3CDTF">2023-05-08T13:31:13Z</dcterms:modified>
</cp:coreProperties>
</file>