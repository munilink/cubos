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89750" cy="967105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3" d="100"/>
          <a:sy n="73" d="100"/>
        </p:scale>
        <p:origin x="61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6" y="1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902247" y="1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/>
          <a:lstStyle>
            <a:lvl1pPr algn="r">
              <a:defRPr sz="1100"/>
            </a:lvl1pPr>
          </a:lstStyle>
          <a:p>
            <a:fld id="{A584E3A2-E8EA-4705-A613-CFE9F6F5D3B4}" type="datetimeFigureOut">
              <a:rPr lang="pt-BR" smtClean="0"/>
              <a:t>24/05/2024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544513" y="1209675"/>
            <a:ext cx="5800725" cy="32623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87296" tIns="43649" rIns="87296" bIns="43649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8363" y="4654768"/>
            <a:ext cx="5513032" cy="3807217"/>
          </a:xfrm>
          <a:prstGeom prst="rect">
            <a:avLst/>
          </a:prstGeom>
        </p:spPr>
        <p:txBody>
          <a:bodyPr vert="horz" lIns="87296" tIns="43649" rIns="87296" bIns="43649" rtlCol="0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6" y="9186525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 anchor="b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902247" y="9186525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 anchor="b"/>
          <a:lstStyle>
            <a:lvl1pPr algn="r">
              <a:defRPr sz="1100"/>
            </a:lvl1pPr>
          </a:lstStyle>
          <a:p>
            <a:fld id="{0BA2C8A0-7202-4908-A78F-142DD18DC1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14940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A2C8A0-7202-4908-A78F-142DD18DC1F9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54864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24/05/2024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9860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24/05/2024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15271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24/05/2024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4397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24/05/2024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4771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24/05/2024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56596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24/05/2024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564202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24/05/2024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6558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24/05/2024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16372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24/05/2024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1135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24/05/2024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657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24/05/2024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4052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1B9D-E9F6-4612-9B82-E89961B389AC}" type="datetimeFigureOut">
              <a:rPr lang="pt-BR" smtClean="0"/>
              <a:t>24/05/2024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24944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de seta reta 4"/>
          <p:cNvCxnSpPr/>
          <p:nvPr/>
        </p:nvCxnSpPr>
        <p:spPr>
          <a:xfrm>
            <a:off x="131935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de seta reta 6"/>
          <p:cNvCxnSpPr/>
          <p:nvPr/>
        </p:nvCxnSpPr>
        <p:spPr>
          <a:xfrm>
            <a:off x="285668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de seta reta 7"/>
          <p:cNvCxnSpPr/>
          <p:nvPr/>
        </p:nvCxnSpPr>
        <p:spPr>
          <a:xfrm>
            <a:off x="5931358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/>
          <p:cNvCxnSpPr/>
          <p:nvPr/>
        </p:nvCxnSpPr>
        <p:spPr>
          <a:xfrm>
            <a:off x="1054336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/>
          <p:cNvCxnSpPr/>
          <p:nvPr/>
        </p:nvCxnSpPr>
        <p:spPr>
          <a:xfrm>
            <a:off x="900603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10"/>
          <p:cNvCxnSpPr/>
          <p:nvPr/>
        </p:nvCxnSpPr>
        <p:spPr>
          <a:xfrm>
            <a:off x="7468694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de seta reta 11"/>
          <p:cNvCxnSpPr/>
          <p:nvPr/>
        </p:nvCxnSpPr>
        <p:spPr>
          <a:xfrm>
            <a:off x="4394022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Espaço Reservado para Data 12"/>
          <p:cNvSpPr>
            <a:spLocks noGrp="1"/>
          </p:cNvSpPr>
          <p:nvPr>
            <p:ph type="dt" sz="half" idx="10"/>
          </p:nvPr>
        </p:nvSpPr>
        <p:spPr>
          <a:xfrm rot="5400000">
            <a:off x="10526540" y="1319666"/>
            <a:ext cx="2743200" cy="365125"/>
          </a:xfrm>
        </p:spPr>
        <p:txBody>
          <a:bodyPr/>
          <a:lstStyle/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02/06/2024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cxnSp>
        <p:nvCxnSpPr>
          <p:cNvPr id="14" name="Conector de seta reta 13"/>
          <p:cNvCxnSpPr/>
          <p:nvPr/>
        </p:nvCxnSpPr>
        <p:spPr>
          <a:xfrm flipH="1">
            <a:off x="55648" y="3494314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5" name="Conector de seta reta 14"/>
          <p:cNvCxnSpPr/>
          <p:nvPr/>
        </p:nvCxnSpPr>
        <p:spPr>
          <a:xfrm flipH="1">
            <a:off x="55648" y="515656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6" name="Conector de seta reta 15"/>
          <p:cNvCxnSpPr/>
          <p:nvPr/>
        </p:nvCxnSpPr>
        <p:spPr>
          <a:xfrm flipH="1">
            <a:off x="55648" y="181900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9" name="Espaço Reservado para Data 12"/>
          <p:cNvSpPr txBox="1">
            <a:spLocks/>
          </p:cNvSpPr>
          <p:nvPr/>
        </p:nvSpPr>
        <p:spPr>
          <a:xfrm rot="5400000">
            <a:off x="1107037" y="529362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19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0" name="Espaço Reservado para Data 12"/>
          <p:cNvSpPr txBox="1">
            <a:spLocks/>
          </p:cNvSpPr>
          <p:nvPr/>
        </p:nvSpPr>
        <p:spPr>
          <a:xfrm rot="5400000">
            <a:off x="1107035" y="1943006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11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1" name="Espaço Reservado para Data 12"/>
          <p:cNvSpPr txBox="1">
            <a:spLocks/>
          </p:cNvSpPr>
          <p:nvPr/>
        </p:nvSpPr>
        <p:spPr>
          <a:xfrm rot="5400000">
            <a:off x="1107036" y="363817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15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3118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1739</TotalTime>
  <Words>8</Words>
  <Application>Microsoft Office PowerPoint</Application>
  <PresentationFormat>Widescreen</PresentationFormat>
  <Paragraphs>5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Usuário</dc:creator>
  <cp:lastModifiedBy>Manoel</cp:lastModifiedBy>
  <cp:revision>91</cp:revision>
  <cp:lastPrinted>2024-05-24T13:26:36Z</cp:lastPrinted>
  <dcterms:created xsi:type="dcterms:W3CDTF">2022-08-16T16:39:59Z</dcterms:created>
  <dcterms:modified xsi:type="dcterms:W3CDTF">2024-05-24T13:26:40Z</dcterms:modified>
</cp:coreProperties>
</file>