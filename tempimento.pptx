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02/01/2024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02/01/2024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02/01/2024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02/01/2024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02/01/2024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02/01/2024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02/01/2024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02/01/2024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smtClean="0">
                <a:solidFill>
                  <a:schemeClr val="bg2">
                    <a:lumMod val="90000"/>
                  </a:schemeClr>
                </a:solidFill>
              </a:rPr>
              <a:t>31/12/2023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1694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75</cp:revision>
  <cp:lastPrinted>2024-01-02T16:00:30Z</cp:lastPrinted>
  <dcterms:created xsi:type="dcterms:W3CDTF">2022-08-16T16:39:59Z</dcterms:created>
  <dcterms:modified xsi:type="dcterms:W3CDTF">2024-01-02T16:00:34Z</dcterms:modified>
</cp:coreProperties>
</file>