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13/05/2024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13/05/2024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13/05/2024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13/05/2024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13/05/2024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13/05/2024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13/05/2024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13/05/2024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13/05/2024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13/05/2024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13/05/2024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13/05/2024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13/05/2024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12/05/2024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1738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89</cp:revision>
  <cp:lastPrinted>2024-05-13T19:12:57Z</cp:lastPrinted>
  <dcterms:created xsi:type="dcterms:W3CDTF">2022-08-16T16:39:59Z</dcterms:created>
  <dcterms:modified xsi:type="dcterms:W3CDTF">2024-05-13T19:13:01Z</dcterms:modified>
</cp:coreProperties>
</file>