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89750" cy="967105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02247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05/02/2024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544513" y="1209675"/>
            <a:ext cx="5800725" cy="32623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296" tIns="43649" rIns="87296" bIns="43649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8363" y="4654768"/>
            <a:ext cx="5513032" cy="3807217"/>
          </a:xfrm>
          <a:prstGeom prst="rect">
            <a:avLst/>
          </a:prstGeom>
        </p:spPr>
        <p:txBody>
          <a:bodyPr vert="horz" lIns="87296" tIns="43649" rIns="87296" bIns="43649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186525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02247" y="9186525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05/02/2024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05/02/2024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05/02/2024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05/02/2024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05/02/2024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05/02/2024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05/02/2024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05/02/2024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05/02/2024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05/02/2024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05/02/2024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05/02/2024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</a:t>
            </a:r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/02/2024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1708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81</cp:revision>
  <cp:lastPrinted>2024-02-05T14:54:14Z</cp:lastPrinted>
  <dcterms:created xsi:type="dcterms:W3CDTF">2022-08-16T16:39:59Z</dcterms:created>
  <dcterms:modified xsi:type="dcterms:W3CDTF">2024-02-05T14:54:16Z</dcterms:modified>
</cp:coreProperties>
</file>