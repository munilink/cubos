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3" y="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7" y="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9" tIns="45710" rIns="91419" bIns="4571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4" y="4926015"/>
            <a:ext cx="5684521" cy="4029075"/>
          </a:xfrm>
          <a:prstGeom prst="rect">
            <a:avLst/>
          </a:prstGeom>
        </p:spPr>
        <p:txBody>
          <a:bodyPr vert="horz" lIns="91419" tIns="45710" rIns="91419" bIns="4571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3" y="972185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7" y="9721851"/>
            <a:ext cx="3078851" cy="512763"/>
          </a:xfrm>
          <a:prstGeom prst="rect">
            <a:avLst/>
          </a:prstGeom>
        </p:spPr>
        <p:txBody>
          <a:bodyPr vert="horz" lIns="91419" tIns="45710" rIns="91419" bIns="45710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05/12/2022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04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/12/2022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 w="31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26</cp:revision>
  <cp:lastPrinted>2022-12-05T16:27:32Z</cp:lastPrinted>
  <dcterms:created xsi:type="dcterms:W3CDTF">2022-08-16T16:39:59Z</dcterms:created>
  <dcterms:modified xsi:type="dcterms:W3CDTF">2022-12-05T16:32:02Z</dcterms:modified>
</cp:coreProperties>
</file>