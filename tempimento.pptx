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7104063" cy="10234613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3078851" cy="512763"/>
          </a:xfrm>
          <a:prstGeom prst="rect">
            <a:avLst/>
          </a:prstGeom>
        </p:spPr>
        <p:txBody>
          <a:bodyPr vert="horz" lIns="91429" tIns="45715" rIns="91429" bIns="45715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023626" y="1"/>
            <a:ext cx="3078851" cy="512763"/>
          </a:xfrm>
          <a:prstGeom prst="rect">
            <a:avLst/>
          </a:prstGeom>
        </p:spPr>
        <p:txBody>
          <a:bodyPr vert="horz" lIns="91429" tIns="45715" rIns="91429" bIns="45715" rtlCol="0"/>
          <a:lstStyle>
            <a:lvl1pPr algn="r">
              <a:defRPr sz="1200"/>
            </a:lvl1pPr>
          </a:lstStyle>
          <a:p>
            <a:fld id="{A584E3A2-E8EA-4705-A613-CFE9F6F5D3B4}" type="datetimeFigureOut">
              <a:rPr lang="pt-BR" smtClean="0"/>
              <a:t>14/11/2022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3886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29" tIns="45715" rIns="91429" bIns="45715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09773" y="4926015"/>
            <a:ext cx="5684521" cy="4029075"/>
          </a:xfrm>
          <a:prstGeom prst="rect">
            <a:avLst/>
          </a:prstGeom>
        </p:spPr>
        <p:txBody>
          <a:bodyPr vert="horz" lIns="91429" tIns="45715" rIns="91429" bIns="45715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2" y="9721851"/>
            <a:ext cx="3078851" cy="512763"/>
          </a:xfrm>
          <a:prstGeom prst="rect">
            <a:avLst/>
          </a:prstGeom>
        </p:spPr>
        <p:txBody>
          <a:bodyPr vert="horz" lIns="91429" tIns="45715" rIns="91429" bIns="45715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023626" y="9721851"/>
            <a:ext cx="3078851" cy="512763"/>
          </a:xfrm>
          <a:prstGeom prst="rect">
            <a:avLst/>
          </a:prstGeom>
        </p:spPr>
        <p:txBody>
          <a:bodyPr vert="horz" lIns="91429" tIns="45715" rIns="91429" bIns="45715" rtlCol="0" anchor="b"/>
          <a:lstStyle>
            <a:lvl1pPr algn="r">
              <a:defRPr sz="12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14/11/2022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14/11/2022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14/11/2022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14/11/2022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14/11/2022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14/11/2022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14/11/2022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14/11/2022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14/11/2022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14/11/2022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14/11/2022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14/11/2022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13</a:t>
            </a:r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/11/2022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 w="3175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23</cp:revision>
  <cp:lastPrinted>2022-10-31T13:42:23Z</cp:lastPrinted>
  <dcterms:created xsi:type="dcterms:W3CDTF">2022-08-16T16:39:59Z</dcterms:created>
  <dcterms:modified xsi:type="dcterms:W3CDTF">2022-11-14T11:30:16Z</dcterms:modified>
</cp:coreProperties>
</file>