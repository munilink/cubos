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11/04/2024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21/04/2024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1726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87</cp:revision>
  <cp:lastPrinted>2024-04-11T17:30:16Z</cp:lastPrinted>
  <dcterms:created xsi:type="dcterms:W3CDTF">2022-08-16T16:39:59Z</dcterms:created>
  <dcterms:modified xsi:type="dcterms:W3CDTF">2024-04-11T17:30:20Z</dcterms:modified>
</cp:coreProperties>
</file>