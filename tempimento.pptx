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797675" cy="9926638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7" y="2"/>
            <a:ext cx="2946066" cy="497333"/>
          </a:xfrm>
          <a:prstGeom prst="rect">
            <a:avLst/>
          </a:prstGeom>
        </p:spPr>
        <p:txBody>
          <a:bodyPr vert="horz" lIns="88146" tIns="44074" rIns="88146" bIns="44074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50097" y="2"/>
            <a:ext cx="2946066" cy="497333"/>
          </a:xfrm>
          <a:prstGeom prst="rect">
            <a:avLst/>
          </a:prstGeom>
        </p:spPr>
        <p:txBody>
          <a:bodyPr vert="horz" lIns="88146" tIns="44074" rIns="88146" bIns="44074" rtlCol="0"/>
          <a:lstStyle>
            <a:lvl1pPr algn="r">
              <a:defRPr sz="1200"/>
            </a:lvl1pPr>
          </a:lstStyle>
          <a:p>
            <a:fld id="{A584E3A2-E8EA-4705-A613-CFE9F6F5D3B4}" type="datetimeFigureOut">
              <a:rPr lang="pt-BR" smtClean="0"/>
              <a:t>10/01/2025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23863" y="1241425"/>
            <a:ext cx="5949950" cy="33480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8146" tIns="44074" rIns="88146" bIns="44074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79164" y="4777788"/>
            <a:ext cx="5439356" cy="3907835"/>
          </a:xfrm>
          <a:prstGeom prst="rect">
            <a:avLst/>
          </a:prstGeom>
        </p:spPr>
        <p:txBody>
          <a:bodyPr vert="horz" lIns="88146" tIns="44074" rIns="88146" bIns="44074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7" y="9429308"/>
            <a:ext cx="2946066" cy="497333"/>
          </a:xfrm>
          <a:prstGeom prst="rect">
            <a:avLst/>
          </a:prstGeom>
        </p:spPr>
        <p:txBody>
          <a:bodyPr vert="horz" lIns="88146" tIns="44074" rIns="88146" bIns="44074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50097" y="9429308"/>
            <a:ext cx="2946066" cy="497333"/>
          </a:xfrm>
          <a:prstGeom prst="rect">
            <a:avLst/>
          </a:prstGeom>
        </p:spPr>
        <p:txBody>
          <a:bodyPr vert="horz" lIns="88146" tIns="44074" rIns="88146" bIns="44074" rtlCol="0" anchor="b"/>
          <a:lstStyle>
            <a:lvl1pPr algn="r">
              <a:defRPr sz="12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10/01/2025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10/01/2025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10/01/2025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10/01/2025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10/01/2025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10/01/2025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10/01/2025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10/01/2025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10/01/2025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10/01/2025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10/01/2025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10/01/2025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05/01/2025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3897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111</cp:revision>
  <cp:lastPrinted>2025-01-10T14:35:24Z</cp:lastPrinted>
  <dcterms:created xsi:type="dcterms:W3CDTF">2022-08-16T16:39:59Z</dcterms:created>
  <dcterms:modified xsi:type="dcterms:W3CDTF">2025-01-10T14:35:31Z</dcterms:modified>
</cp:coreProperties>
</file>