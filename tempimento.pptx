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797675" cy="987266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097" y="1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35075"/>
            <a:ext cx="5918200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163" y="4751806"/>
            <a:ext cx="5439356" cy="3886586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378036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097" y="9378036"/>
            <a:ext cx="2946065" cy="494629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07/07/2023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13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/08/2023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56</cp:revision>
  <cp:lastPrinted>2023-07-07T17:18:27Z</cp:lastPrinted>
  <dcterms:created xsi:type="dcterms:W3CDTF">2022-08-16T16:39:59Z</dcterms:created>
  <dcterms:modified xsi:type="dcterms:W3CDTF">2023-07-07T17:48:18Z</dcterms:modified>
</cp:coreProperties>
</file>