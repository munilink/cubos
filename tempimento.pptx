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6" y="1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02/05/2023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2925" y="1209675"/>
            <a:ext cx="5803900" cy="3263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2" y="4654767"/>
            <a:ext cx="5513032" cy="3807216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3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6" y="9186523"/>
            <a:ext cx="2985969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02/05/2023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02/05/2023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02/05/2023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02/05/2023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02/05/2023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02/05/2023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02/05/2023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02/05/2023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02/05/2023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02/05/2023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02/05/2023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02/05/2023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30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/04/2023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1151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48</cp:revision>
  <cp:lastPrinted>2023-05-03T11:22:45Z</cp:lastPrinted>
  <dcterms:created xsi:type="dcterms:W3CDTF">2022-08-16T16:39:59Z</dcterms:created>
  <dcterms:modified xsi:type="dcterms:W3CDTF">2023-05-03T11:24:50Z</dcterms:modified>
</cp:coreProperties>
</file>