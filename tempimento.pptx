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7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9" tIns="45710" rIns="91419" bIns="4571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19" tIns="45710" rIns="91419" bIns="4571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3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7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21/11/2022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/11/2022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24</cp:revision>
  <cp:lastPrinted>2022-11-21T15:50:30Z</cp:lastPrinted>
  <dcterms:created xsi:type="dcterms:W3CDTF">2022-08-16T16:39:59Z</dcterms:created>
  <dcterms:modified xsi:type="dcterms:W3CDTF">2022-11-21T15:54:39Z</dcterms:modified>
</cp:coreProperties>
</file>