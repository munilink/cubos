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03</a:t>
            </a:r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/09/2023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59</cp:revision>
  <cp:lastPrinted>2023-09-04T15:35:18Z</cp:lastPrinted>
  <dcterms:created xsi:type="dcterms:W3CDTF">2022-08-16T16:39:59Z</dcterms:created>
  <dcterms:modified xsi:type="dcterms:W3CDTF">2023-09-04T15:35:25Z</dcterms:modified>
</cp:coreProperties>
</file>