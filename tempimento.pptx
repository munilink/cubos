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26/10/2023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29/10/2023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65</cp:revision>
  <cp:lastPrinted>2023-09-25T11:09:34Z</cp:lastPrinted>
  <dcterms:created xsi:type="dcterms:W3CDTF">2022-08-16T16:39:59Z</dcterms:created>
  <dcterms:modified xsi:type="dcterms:W3CDTF">2023-10-26T14:24:39Z</dcterms:modified>
</cp:coreProperties>
</file>