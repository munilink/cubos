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5" y="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2" y="4926014"/>
            <a:ext cx="5684521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972185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5" y="972185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16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/10/2022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22469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</Words>
  <Application>Microsoft Office PowerPoint</Application>
  <PresentationFormat>Widescreen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15</cp:revision>
  <cp:lastPrinted>2022-09-26T15:39:45Z</cp:lastPrinted>
  <dcterms:created xsi:type="dcterms:W3CDTF">2022-08-16T16:39:59Z</dcterms:created>
  <dcterms:modified xsi:type="dcterms:W3CDTF">2022-10-18T18:13:35Z</dcterms:modified>
</cp:coreProperties>
</file>