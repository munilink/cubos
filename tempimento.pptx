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7104063" cy="10234613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3" d="100"/>
          <a:sy n="73" d="100"/>
        </p:scale>
        <p:origin x="61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3078851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023625" y="1"/>
            <a:ext cx="3078851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84E3A2-E8EA-4705-A613-CFE9F6F5D3B4}" type="datetimeFigureOut">
              <a:rPr lang="pt-BR" smtClean="0"/>
              <a:t>18/10/2022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2037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09772" y="4926014"/>
            <a:ext cx="5684521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1" y="9721851"/>
            <a:ext cx="3078851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023625" y="9721851"/>
            <a:ext cx="3078851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BA2C8A0-7202-4908-A78F-142DD18DC1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14940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A2C8A0-7202-4908-A78F-142DD18DC1F9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54864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18/10/2022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9860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18/10/2022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1527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18/10/2022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4397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18/10/2022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4771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18/10/2022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6596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18/10/2022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564202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18/10/2022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6558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18/10/2022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1637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18/10/2022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1135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18/10/2022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657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18/10/2022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4052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1B9D-E9F6-4612-9B82-E89961B389AC}" type="datetimeFigureOut">
              <a:rPr lang="pt-BR" smtClean="0"/>
              <a:t>18/10/2022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24944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de seta reta 4"/>
          <p:cNvCxnSpPr/>
          <p:nvPr/>
        </p:nvCxnSpPr>
        <p:spPr>
          <a:xfrm>
            <a:off x="131935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de seta reta 6"/>
          <p:cNvCxnSpPr/>
          <p:nvPr/>
        </p:nvCxnSpPr>
        <p:spPr>
          <a:xfrm>
            <a:off x="285668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de seta reta 7"/>
          <p:cNvCxnSpPr/>
          <p:nvPr/>
        </p:nvCxnSpPr>
        <p:spPr>
          <a:xfrm>
            <a:off x="5931358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/>
          <p:cNvCxnSpPr/>
          <p:nvPr/>
        </p:nvCxnSpPr>
        <p:spPr>
          <a:xfrm>
            <a:off x="1054336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/>
          <p:cNvCxnSpPr/>
          <p:nvPr/>
        </p:nvCxnSpPr>
        <p:spPr>
          <a:xfrm>
            <a:off x="900603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/>
          <p:cNvCxnSpPr/>
          <p:nvPr/>
        </p:nvCxnSpPr>
        <p:spPr>
          <a:xfrm>
            <a:off x="7468694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de seta reta 11"/>
          <p:cNvCxnSpPr/>
          <p:nvPr/>
        </p:nvCxnSpPr>
        <p:spPr>
          <a:xfrm>
            <a:off x="4394022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Espaço Reservado para Data 12"/>
          <p:cNvSpPr>
            <a:spLocks noGrp="1"/>
          </p:cNvSpPr>
          <p:nvPr>
            <p:ph type="dt" sz="half" idx="10"/>
          </p:nvPr>
        </p:nvSpPr>
        <p:spPr>
          <a:xfrm rot="5400000">
            <a:off x="10526540" y="1319666"/>
            <a:ext cx="2743200" cy="365125"/>
          </a:xfrm>
        </p:spPr>
        <p:txBody>
          <a:bodyPr/>
          <a:lstStyle/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16/10/2022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cxnSp>
        <p:nvCxnSpPr>
          <p:cNvPr id="14" name="Conector de seta reta 13"/>
          <p:cNvCxnSpPr/>
          <p:nvPr/>
        </p:nvCxnSpPr>
        <p:spPr>
          <a:xfrm flipH="1">
            <a:off x="55648" y="3494314"/>
            <a:ext cx="12080704" cy="13063"/>
          </a:xfrm>
          <a:prstGeom prst="straightConnector1">
            <a:avLst/>
          </a:prstGeom>
          <a:ln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ector de seta reta 14"/>
          <p:cNvCxnSpPr/>
          <p:nvPr/>
        </p:nvCxnSpPr>
        <p:spPr>
          <a:xfrm flipH="1">
            <a:off x="55648" y="5156562"/>
            <a:ext cx="12080704" cy="13063"/>
          </a:xfrm>
          <a:prstGeom prst="straightConnector1">
            <a:avLst/>
          </a:prstGeom>
          <a:ln w="3175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ector de seta reta 15"/>
          <p:cNvCxnSpPr/>
          <p:nvPr/>
        </p:nvCxnSpPr>
        <p:spPr>
          <a:xfrm flipH="1">
            <a:off x="55648" y="1819002"/>
            <a:ext cx="12080704" cy="13063"/>
          </a:xfrm>
          <a:prstGeom prst="straightConnector1">
            <a:avLst/>
          </a:prstGeom>
          <a:ln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Espaço Reservado para Data 12"/>
          <p:cNvSpPr txBox="1">
            <a:spLocks/>
          </p:cNvSpPr>
          <p:nvPr/>
        </p:nvSpPr>
        <p:spPr>
          <a:xfrm rot="5400000">
            <a:off x="1107037" y="529362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19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0" name="Espaço Reservado para Data 12"/>
          <p:cNvSpPr txBox="1">
            <a:spLocks/>
          </p:cNvSpPr>
          <p:nvPr/>
        </p:nvSpPr>
        <p:spPr>
          <a:xfrm rot="5400000">
            <a:off x="1107035" y="1943006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11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1" name="Espaço Reservado para Data 12"/>
          <p:cNvSpPr txBox="1">
            <a:spLocks/>
          </p:cNvSpPr>
          <p:nvPr/>
        </p:nvSpPr>
        <p:spPr>
          <a:xfrm rot="5400000">
            <a:off x="1107036" y="363817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15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3118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8</Words>
  <Application>Microsoft Office PowerPoint</Application>
  <PresentationFormat>Widescreen</PresentationFormat>
  <Paragraphs>5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Usuário</dc:creator>
  <cp:lastModifiedBy>Manoel</cp:lastModifiedBy>
  <cp:revision>17</cp:revision>
  <cp:lastPrinted>2022-09-26T15:39:45Z</cp:lastPrinted>
  <dcterms:created xsi:type="dcterms:W3CDTF">2022-08-16T16:39:59Z</dcterms:created>
  <dcterms:modified xsi:type="dcterms:W3CDTF">2022-10-18T19:12:11Z</dcterms:modified>
</cp:coreProperties>
</file>