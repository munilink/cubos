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8" y="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9" tIns="45706" rIns="91409" bIns="45706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4" y="4926015"/>
            <a:ext cx="5684521" cy="4029075"/>
          </a:xfrm>
          <a:prstGeom prst="rect">
            <a:avLst/>
          </a:prstGeom>
        </p:spPr>
        <p:txBody>
          <a:bodyPr vert="horz" lIns="91409" tIns="45706" rIns="91409" bIns="45706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972185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8" y="972185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17/01/2023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/01/2023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30</cp:revision>
  <cp:lastPrinted>2023-01-09T12:48:40Z</cp:lastPrinted>
  <dcterms:created xsi:type="dcterms:W3CDTF">2022-08-16T16:39:59Z</dcterms:created>
  <dcterms:modified xsi:type="dcterms:W3CDTF">2023-01-17T16:15:03Z</dcterms:modified>
</cp:coreProperties>
</file>