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797675" cy="987266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097" y="1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35075"/>
            <a:ext cx="5918200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163" y="4751806"/>
            <a:ext cx="5439356" cy="3886586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378036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097" y="9378036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23/06/2023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31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/07/2023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1331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55</cp:revision>
  <cp:lastPrinted>2023-06-23T16:36:16Z</cp:lastPrinted>
  <dcterms:created xsi:type="dcterms:W3CDTF">2022-08-16T16:39:59Z</dcterms:created>
  <dcterms:modified xsi:type="dcterms:W3CDTF">2023-06-23T16:40:32Z</dcterms:modified>
</cp:coreProperties>
</file>