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89750" cy="967105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2985969" cy="484528"/>
          </a:xfrm>
          <a:prstGeom prst="rect">
            <a:avLst/>
          </a:prstGeom>
        </p:spPr>
        <p:txBody>
          <a:bodyPr vert="horz" lIns="87305" tIns="43654" rIns="87305" bIns="43654" rtlCol="0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902245" y="1"/>
            <a:ext cx="2985969" cy="484528"/>
          </a:xfrm>
          <a:prstGeom prst="rect">
            <a:avLst/>
          </a:prstGeom>
        </p:spPr>
        <p:txBody>
          <a:bodyPr vert="horz" lIns="87305" tIns="43654" rIns="87305" bIns="43654" rtlCol="0"/>
          <a:lstStyle>
            <a:lvl1pPr algn="r">
              <a:defRPr sz="1100"/>
            </a:lvl1pPr>
          </a:lstStyle>
          <a:p>
            <a:fld id="{A584E3A2-E8EA-4705-A613-CFE9F6F5D3B4}" type="datetimeFigureOut">
              <a:rPr lang="pt-BR" smtClean="0"/>
              <a:t>15/02/2023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542925" y="1209675"/>
            <a:ext cx="5803900" cy="3263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7305" tIns="43654" rIns="87305" bIns="43654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8362" y="4654767"/>
            <a:ext cx="5513032" cy="3807216"/>
          </a:xfrm>
          <a:prstGeom prst="rect">
            <a:avLst/>
          </a:prstGeom>
        </p:spPr>
        <p:txBody>
          <a:bodyPr vert="horz" lIns="87305" tIns="43654" rIns="87305" bIns="43654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9186523"/>
            <a:ext cx="2985969" cy="484528"/>
          </a:xfrm>
          <a:prstGeom prst="rect">
            <a:avLst/>
          </a:prstGeom>
        </p:spPr>
        <p:txBody>
          <a:bodyPr vert="horz" lIns="87305" tIns="43654" rIns="87305" bIns="43654" rtlCol="0" anchor="b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902245" y="9186523"/>
            <a:ext cx="2985969" cy="484528"/>
          </a:xfrm>
          <a:prstGeom prst="rect">
            <a:avLst/>
          </a:prstGeom>
        </p:spPr>
        <p:txBody>
          <a:bodyPr vert="horz" lIns="87305" tIns="43654" rIns="87305" bIns="43654" rtlCol="0" anchor="b"/>
          <a:lstStyle>
            <a:lvl1pPr algn="r">
              <a:defRPr sz="11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15/02/2023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15/02/2023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15/02/2023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15/02/2023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15/02/2023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15/02/2023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15/02/2023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15/02/2023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15/02/2023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15/02/2023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15/02/2023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15/02/2023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smtClean="0">
                <a:solidFill>
                  <a:schemeClr val="bg2">
                    <a:lumMod val="90000"/>
                  </a:schemeClr>
                </a:solidFill>
              </a:rPr>
              <a:t>19/02/2023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94314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 flipH="1">
            <a:off x="55648" y="515656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flipH="1">
            <a:off x="55648" y="181900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9" name="Espaço Reservado para Data 12"/>
          <p:cNvSpPr txBox="1">
            <a:spLocks/>
          </p:cNvSpPr>
          <p:nvPr/>
        </p:nvSpPr>
        <p:spPr>
          <a:xfrm rot="5400000">
            <a:off x="1107037" y="529362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19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0" name="Espaço Reservado para Data 12"/>
          <p:cNvSpPr txBox="1">
            <a:spLocks/>
          </p:cNvSpPr>
          <p:nvPr/>
        </p:nvSpPr>
        <p:spPr>
          <a:xfrm rot="5400000">
            <a:off x="1107035" y="1943006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11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1" name="Espaço Reservado para Data 12"/>
          <p:cNvSpPr txBox="1">
            <a:spLocks/>
          </p:cNvSpPr>
          <p:nvPr/>
        </p:nvSpPr>
        <p:spPr>
          <a:xfrm rot="5400000">
            <a:off x="1107036" y="363817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15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</TotalTime>
  <Words>8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35</cp:revision>
  <cp:lastPrinted>2023-01-09T12:48:40Z</cp:lastPrinted>
  <dcterms:created xsi:type="dcterms:W3CDTF">2022-08-16T16:39:59Z</dcterms:created>
  <dcterms:modified xsi:type="dcterms:W3CDTF">2023-02-15T15:51:19Z</dcterms:modified>
</cp:coreProperties>
</file>