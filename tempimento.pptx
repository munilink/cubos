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8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9" tIns="45706" rIns="91409" bIns="45706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9" tIns="45706" rIns="91409" bIns="45706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8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05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/02/2023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33</cp:revision>
  <cp:lastPrinted>2023-01-09T12:48:40Z</cp:lastPrinted>
  <dcterms:created xsi:type="dcterms:W3CDTF">2022-08-16T16:39:59Z</dcterms:created>
  <dcterms:modified xsi:type="dcterms:W3CDTF">2023-02-07T13:11:23Z</dcterms:modified>
</cp:coreProperties>
</file>